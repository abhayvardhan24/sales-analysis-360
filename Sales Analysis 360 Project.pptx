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77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74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11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7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4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54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59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96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281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02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2001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79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979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508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772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79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8C8B9-745B-4632-9380-8D504A4AB06F}" type="datetimeFigureOut">
              <a:rPr lang="en-IN" smtClean="0"/>
              <a:t>23-11-2025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72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F814-B611-41BE-90AF-5B7E1EC60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1149"/>
            <a:ext cx="9144000" cy="3790122"/>
          </a:xfrm>
        </p:spPr>
        <p:txBody>
          <a:bodyPr>
            <a:normAutofit/>
          </a:bodyPr>
          <a:lstStyle/>
          <a:p>
            <a:r>
              <a:rPr lang="en-IN" dirty="0">
                <a:latin typeface="system-ui"/>
              </a:rPr>
              <a:t>Sales</a:t>
            </a:r>
            <a:r>
              <a:rPr lang="en-IN" b="0" i="0" dirty="0">
                <a:effectLst/>
                <a:latin typeface="system-ui"/>
              </a:rPr>
              <a:t> Analysis 360 Project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                      </a:t>
            </a:r>
            <a:r>
              <a:rPr lang="en-IN" sz="3600" b="0" i="0" dirty="0">
                <a:effectLst/>
                <a:latin typeface="system-ui"/>
              </a:rPr>
              <a:t>By : Abhay Vardhan Pandey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5123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0517-4F45-4503-B842-862E778C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1. 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55B53-8CC6-41E2-843D-160C3C659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1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Comprehensive sales analytics solution covering revenue, margin, customer behavior, store performance, and product trends. - Uses SQL for extraction, Python for cleaning and EDA.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2. Objective </a:t>
            </a:r>
            <a:r>
              <a:rPr lang="en-US" dirty="0"/>
              <a:t>Understand sales across products, categories, stores, regions. - Identify growth opportunities and inefficiencies. - Highlight customer purchase patterns.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3. Tools &amp; Technologies Used </a:t>
            </a:r>
            <a:r>
              <a:rPr lang="en-IN" dirty="0"/>
              <a:t>- SQL, Python, Pandas, NumPy, Matplotlib, Seaborn.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4. Data Sources </a:t>
            </a:r>
            <a:r>
              <a:rPr lang="en-IN" dirty="0"/>
              <a:t>- Orders, Product Master, Customer Master, Store Master, Returns. 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51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0D6F6-70B4-4F48-956E-D5EFF638A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185531"/>
            <a:ext cx="10638183" cy="5991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Business Requirement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US" sz="2000" dirty="0"/>
              <a:t>Top and Bottom SKUs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72C396-C8A5-40A4-92A8-D4C84976B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" y="1457738"/>
            <a:ext cx="5844209" cy="496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B357A9-F7B4-4439-A292-EFB4039EC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973" y="1722784"/>
            <a:ext cx="5416827" cy="422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92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6281-9AD5-422C-BAA4-15F1063F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5021"/>
          </a:xfrm>
        </p:spPr>
        <p:txBody>
          <a:bodyPr>
            <a:normAutofit/>
          </a:bodyPr>
          <a:lstStyle/>
          <a:p>
            <a:r>
              <a:rPr lang="en-IN" sz="2000" dirty="0"/>
              <a:t>Category-wise Revenue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EDAC0-951B-4809-9909-9D55C0FB0C37}"/>
              </a:ext>
            </a:extLst>
          </p:cNvPr>
          <p:cNvSpPr txBox="1"/>
          <p:nvPr/>
        </p:nvSpPr>
        <p:spPr>
          <a:xfrm>
            <a:off x="894523" y="4702079"/>
            <a:ext cx="4485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Brand – Wise Revenue :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584874-DC07-4550-A5C7-DABD6A1B8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32" y="816638"/>
            <a:ext cx="7465264" cy="298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1C1BC-0C4E-4CE4-80B6-135813FEB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304" y="3949148"/>
            <a:ext cx="6679096" cy="279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39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4C56-89E2-450C-AF18-63FC7C17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7"/>
          </a:xfrm>
        </p:spPr>
        <p:txBody>
          <a:bodyPr>
            <a:normAutofit fontScale="90000"/>
          </a:bodyPr>
          <a:lstStyle/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&amp; Region Analysis : </a:t>
            </a:r>
            <a:br>
              <a:rPr lang="en-IN" sz="1100" b="0" i="0" dirty="0">
                <a:effectLst/>
                <a:latin typeface="system-ui"/>
              </a:rPr>
            </a:b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1911-51AE-435B-9242-AC8D2D2E1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1912"/>
            <a:ext cx="10515600" cy="2135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City – Wise Revenue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43B5DF8-6C88-4C18-BEA8-D125FEBD5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23925"/>
            <a:ext cx="8810625" cy="286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56D8397-45DD-42A7-8175-CED533A1B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9" y="4412974"/>
            <a:ext cx="7511290" cy="231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402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EC56-CC41-4DFA-BD7C-3EBCDD02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32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n-lt"/>
              </a:rPr>
              <a:t>Return Analysis </a:t>
            </a:r>
            <a:r>
              <a:rPr lang="en-US" sz="2000" dirty="0">
                <a:latin typeface="+mn-lt"/>
              </a:rPr>
              <a:t>: 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CECFA-4215-462C-949B-B8895828D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6696"/>
            <a:ext cx="10515600" cy="3460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Return Reason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: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104755-6F61-49C0-9B27-55FF31040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38" y="106018"/>
            <a:ext cx="4581525" cy="290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0B8D7B8-34F1-4A3A-A5D4-BE1047FED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3140764"/>
            <a:ext cx="6945174" cy="335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80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78EE-F800-43A2-8591-28FBEFEF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8418"/>
            <a:ext cx="11208027" cy="5918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Correlation Analysis : </a:t>
            </a:r>
            <a:endParaRPr lang="en-US" sz="2000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EDA Analysis :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AOV Distribution :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C4084CD-13CC-4106-8DC4-B8D2907C5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373" y="106017"/>
            <a:ext cx="5393636" cy="332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BE849047-B5FF-4B86-861B-A4A1331F9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748" y="3581401"/>
            <a:ext cx="7152240" cy="317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26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7A04-13EC-4FDF-8A0D-460A9116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017"/>
            <a:ext cx="8596668" cy="490331"/>
          </a:xfrm>
        </p:spPr>
        <p:txBody>
          <a:bodyPr>
            <a:normAutofit/>
          </a:bodyPr>
          <a:lstStyle/>
          <a:p>
            <a:r>
              <a:rPr lang="en-US" sz="2400" b="1" dirty="0"/>
              <a:t>Region Revenue Heatmap (Bar Chart) :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8FEA0-1937-4399-98F1-7617EB4EA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3429000"/>
            <a:ext cx="8492124" cy="2612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Visualize anomalies 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A684951-295E-497A-AED6-5FF27A0E8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78" y="833439"/>
            <a:ext cx="8322365" cy="259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DAA942B-58CF-477D-B937-7678CAB92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4" y="3975652"/>
            <a:ext cx="9377776" cy="261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60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4108-1228-4760-8E3E-55ED63076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90" y="371061"/>
            <a:ext cx="9222040" cy="571005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Recommendations: 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Prioritize inventory and marketing for top products.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Target low-performing regions with campaigns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Retain high-value customer segments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Reduce returns through product quality checks / better descriptions / better offers.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Increase stock for top SKUs.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Target high-value customers.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Allocate budget to strong regions.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673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D77965-C07E-4CBD-8F01-C940FE5C0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40" y="92765"/>
            <a:ext cx="11754678" cy="6652591"/>
          </a:xfrm>
        </p:spPr>
      </p:pic>
    </p:spTree>
    <p:extLst>
      <p:ext uri="{BB962C8B-B14F-4D97-AF65-F5344CB8AC3E}">
        <p14:creationId xmlns:p14="http://schemas.microsoft.com/office/powerpoint/2010/main" val="14262476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</TotalTime>
  <Words>210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system-ui</vt:lpstr>
      <vt:lpstr>Times New Roman</vt:lpstr>
      <vt:lpstr>Trebuchet MS</vt:lpstr>
      <vt:lpstr>Wingdings</vt:lpstr>
      <vt:lpstr>Wingdings 3</vt:lpstr>
      <vt:lpstr>Facet</vt:lpstr>
      <vt:lpstr>Sales Analysis 360 Project                       By : Abhay Vardhan Pandey</vt:lpstr>
      <vt:lpstr>1. Project Overview </vt:lpstr>
      <vt:lpstr>PowerPoint Presentation</vt:lpstr>
      <vt:lpstr>Category-wise Revenue :</vt:lpstr>
      <vt:lpstr>Store &amp; Region Analysis :  </vt:lpstr>
      <vt:lpstr>Return Analysis : </vt:lpstr>
      <vt:lpstr>PowerPoint Presentation</vt:lpstr>
      <vt:lpstr>Region Revenue Heatmap (Bar Chart)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Transaction Analysis Project                       By : Abhay Vardhan Pandey</dc:title>
  <dc:creator>DELL</dc:creator>
  <cp:lastModifiedBy>DELL</cp:lastModifiedBy>
  <cp:revision>12</cp:revision>
  <dcterms:created xsi:type="dcterms:W3CDTF">2025-11-10T12:00:40Z</dcterms:created>
  <dcterms:modified xsi:type="dcterms:W3CDTF">2025-11-23T08:08:36Z</dcterms:modified>
</cp:coreProperties>
</file>